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828800" cy="1828800"/>
          </a:xfrm>
          <a:prstGeom prst="ellipse">
            <a:avLst/>
          </a:prstGeom>
          <a:solidFill>
            <a:srgbClr val="2B3E8C"/>
          </a:solidFill>
          <a:ln w="12700">
            <a:solidFill>
              <a:srgbClr val="2B3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097280" cy="1097280"/>
          </a:xfrm>
          <a:prstGeom prst="ellipse">
            <a:avLst/>
          </a:prstGeom>
          <a:solidFill>
            <a:srgbClr val="F4C430">
              <a:alpha val="60000"/>
            </a:srgbClr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AI ENABLEMENT INTERNSHIP · TASK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Credit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Email Agent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An AI-powered agent that auto-generates personalised,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tone-escalating payment follow-up emails for overdue invoices.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8229600" cy="640080"/>
          </a:xfrm>
          <a:prstGeom prst="rect">
            <a:avLst/>
          </a:prstGeom>
          <a:solidFill>
            <a:srgbClr val="2B3E8C"/>
          </a:solidFill>
          <a:ln w="12700">
            <a:solidFill>
              <a:srgbClr val="2B3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Amritanshi Singh  ·  amritanshisingh/Emailproject  ·  May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365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8229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Overdue Invoices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Painful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30175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1. Time-consuming manual process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2. Wrong tone damages client relationships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3. No audit trail of communications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4. Inconsistent escalation logic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"/>
            <a:ext cx="4572000" cy="1280160"/>
          </a:xfrm>
          <a:prstGeom prst="rect">
            <a:avLst/>
          </a:prstGeom>
          <a:solidFill>
            <a:srgbClr val="EEF2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0" y="457200"/>
            <a:ext cx="109728" cy="12801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594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69280" y="594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of invoices are paid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late on average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965960"/>
            <a:ext cx="4572000" cy="1280160"/>
          </a:xfrm>
          <a:prstGeom prst="rect">
            <a:avLst/>
          </a:prstGeom>
          <a:solidFill>
            <a:srgbClr val="EEF2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1965960"/>
            <a:ext cx="109728" cy="12801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0" y="2103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more likely to get paid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with personalised follow-ups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474720"/>
            <a:ext cx="4572000" cy="1280160"/>
          </a:xfrm>
          <a:prstGeom prst="rect">
            <a:avLst/>
          </a:prstGeom>
          <a:solidFill>
            <a:srgbClr val="EEF2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3474720"/>
            <a:ext cx="109728" cy="12801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3611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10hrs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per week lost to manual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5"/>
                </a:solidFill>
              </a:rPr>
              <a:t>credit chasing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Read &amp; Parse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Loads invoice CSV, computes days overdue per record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435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Stage Classifier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Maps days overdue → Stage 1–5 escalation level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14356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Gemini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Generates personalised emails with exact tone per stage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Prompt Guardrails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JSON-only output, sanitised inputs, no hallucination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01752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Audit Trail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Timestamped log of every action in audit_log.json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017520"/>
            <a:ext cx="26517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675120" y="31272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Legal Flag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611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30+ days overdue → human review, no auto-email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AGENT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463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4630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12140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&amp; Parse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invoices.csv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2057400"/>
            <a:ext cx="3200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1371600"/>
            <a:ext cx="1463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371600"/>
            <a:ext cx="14630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5544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30552" y="212140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Classify Stage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Days → 1-5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2057400"/>
            <a:ext cx="3200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371600"/>
            <a:ext cx="1463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371600"/>
            <a:ext cx="14630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212140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1363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Gemini Flash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057400"/>
            <a:ext cx="3200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1371600"/>
            <a:ext cx="1463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23560" y="1371600"/>
            <a:ext cx="1463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96712" y="212140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Dry Run / Send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9671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SMTP / log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86600" y="2057400"/>
            <a:ext cx="3200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1371600"/>
            <a:ext cx="14630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1371600"/>
            <a:ext cx="14630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15544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79792" y="212140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+ Output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79792" y="24688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JSON files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⚡ Stage 5 Exception (30+ days overdue)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363931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350F"/>
                </a:solidFill>
              </a:rPr>
              <a:t>No email is automatically sent. The invoice is flagged in the audit log and assigned to a human manager or legal team for review. This hard-coded cap prevents infinite auto-escalation and protects client relationships.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TONE ESCALATION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5-Stage Intelligent Escalation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9494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80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1–7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Warm &amp; Friendly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Gentle reminder — payment link included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55280" y="1298448"/>
            <a:ext cx="8229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Pay via link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911096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93976"/>
            <a:ext cx="320040" cy="3200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0482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Stage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048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8–14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0482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CC16"/>
                </a:solidFill>
              </a:rPr>
              <a:t>Polite but Firm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0482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Invoice still pending — confirm payment 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55280" y="2066544"/>
            <a:ext cx="822960" cy="365760"/>
          </a:xfrm>
          <a:prstGeom prst="rect">
            <a:avLst/>
          </a:prstGeom>
          <a:solidFill>
            <a:srgbClr val="84CC16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Confirm date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679192"/>
            <a:ext cx="8595360" cy="69494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86207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163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Stage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2816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15–21 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8163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Formal &amp; Serious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816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Escalating concern — respond within 48 hrs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2834640"/>
            <a:ext cx="82296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Reply in 48h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447288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630168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5844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Stage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5844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22–30 days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5844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Stern &amp; Urgent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584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Final reminder — pay immediately or escalate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3602736"/>
            <a:ext cx="82296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Pay now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215384"/>
            <a:ext cx="8595360" cy="694944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398264"/>
            <a:ext cx="320040" cy="3200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35254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Stage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435254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30+ days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43525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Legal Flag 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3525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No email sent — flagged for human/legal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955280" y="4370832"/>
            <a:ext cx="822960" cy="365760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Manager review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" y="9875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Stage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74520" y="987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Days Overdue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54680" y="987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Tone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74920" y="987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Key Message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09560" y="987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CTA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TECHNOLOGY DECISIONS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&amp; Framework Rationale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611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</a:rPr>
              <a:t>🤖  LLM Choice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Flash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(gemini-flash-latest)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✓  Strong JSON-only structured output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✓  Large context — handles many invoices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✓  Free-tier friendly for internship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✓  Excellent tone modulation for emails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✗  GPT-4o-mini: cost &amp; rate-limit concern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06240" cy="3611880"/>
          </a:xfrm>
          <a:prstGeom prst="rect">
            <a:avLst/>
          </a:prstGeom>
          <a:solidFill>
            <a:srgbClr val="EEF2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⚙️  Framework Choice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Lightweight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Python 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✓  Single-task → no framework overhead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✓  Easier to debug, read, and explain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✓  No LangChain abstraction tax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✓  Simple loop: CSV → classify → LLM → log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✗  LangChain: overkill for one-step pipeline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SECURITY &amp;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Mitigations Applied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14300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91440" cy="1143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💉  Prompt Injection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sanitise() strips {} and backticks from all CSV inputs before prompt injection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14800" cy="114300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91440" cy="1143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🔑  API Key Exposure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.env via python-dotenv; .env in .gitignore; only .env.example committed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23160"/>
            <a:ext cx="91440" cy="1143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🧠  Hallucination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JSON-only system prompt + all fields injected explicitly + json.loads() validation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114800" cy="114300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423160"/>
            <a:ext cx="91440" cy="1143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14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🔒  PII / Data Privacy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dry_run=True by default — no real emails sent; logs omit full bodies in production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114800" cy="114300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91440" cy="1143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94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🌐  Unauth. Access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Agent runs locally; no public endpoint; OAuth/API key auth required for production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4114800" cy="114300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703320"/>
            <a:ext cx="91440" cy="1143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94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♾️  Infinite Auto-Email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1605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Stage 5 hard cap: 30+ days always flags for human review, never auto-emails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RESULTS &amp;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Produces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303520" cy="35661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emails_output.json  —  Sample Record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"invoice": "INV-2024-001",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"client": "Rajesh Kapoor",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"days_overdue": 23,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"stage": 4,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"tone": "Stern &amp; Urgent",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"subject": "FINAL NOTICE – INV-2024-001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– Immediate Action Required",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"body": "Dear Mr. Kapoor, This is our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final reminder regarding ₹45,000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now 23 days overdue...",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"DRY_RUN"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60720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Checklist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64592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☑  Console output — all stages shown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☑  emails_output.json — 4 tone levels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☑  audit_log.json — timestamped trail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☑  Streamlit dashboard — visual UI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☑  Stage 5 legal flag — no email sent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761"/>
                </a:solidFill>
              </a:rPr>
              <a:t>☑  .env.example vs .gitignore — security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C430"/>
                </a:solidFill>
              </a:rPr>
              <a:t>KEY LEARNINGS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Taught 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52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252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Prompt Engineering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"JSON-only" isn't obvious to an LLM by default. Structured output requires explicit constraints, worked examples, and negative examples.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14300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527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2527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Lightweight Beats Heavy Frameworks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For a focused task, a plain Python loop is faster to build, easier to debug, and more readable than pulling in CrewAI or LangChain.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172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172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Security Is Not Optional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Prompt injection via CSV fields is a real threat. sanitise() + .env + dry_run mode makes the agent production-safe from day one.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1729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3172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Dry-Run Mode Is Essential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7490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</a:rPr>
              <a:t>Building dry_run=True as default let me iterate quickly without spamming real clients during development and testing.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2B3E8C"/>
          </a:solidFill>
          <a:ln w="12700">
            <a:solidFill>
              <a:srgbClr val="2B3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657600"/>
            <a:ext cx="1828800" cy="1828800"/>
          </a:xfrm>
          <a:prstGeom prst="ellipse">
            <a:avLst/>
          </a:prstGeom>
          <a:solidFill>
            <a:srgbClr val="F4C430">
              <a:alpha val="40000"/>
            </a:srgbClr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C430"/>
                </a:solidFill>
              </a:rPr>
              <a:t>THANK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Credit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Email Agent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Built with Python + Gemini Flash · Dry-run safe by default · Prompt-injection hardened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4754880" cy="594360"/>
          </a:xfrm>
          <a:prstGeom prst="rect">
            <a:avLst/>
          </a:prstGeom>
          <a:solidFill>
            <a:srgbClr val="2B3E8C"/>
          </a:solidFill>
          <a:ln w="6350">
            <a:solidFill>
              <a:srgbClr val="3B4F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🔗  github.com/amritanshisingh/Emailproject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Amritanshi Singh  ·  AI Enablement Internship  ·  Task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Credit Follow-Up Email Agent</dc:title>
  <dc:subject>PptxGenJS Presentation</dc:subject>
  <dc:creator>Amritanshi Singh</dc:creator>
  <cp:lastModifiedBy>Amritanshi Singh</cp:lastModifiedBy>
  <cp:revision>1</cp:revision>
  <dcterms:created xsi:type="dcterms:W3CDTF">2026-05-14T06:19:44Z</dcterms:created>
  <dcterms:modified xsi:type="dcterms:W3CDTF">2026-05-14T06:19:44Z</dcterms:modified>
</cp:coreProperties>
</file>